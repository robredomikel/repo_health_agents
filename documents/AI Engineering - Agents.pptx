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</p:sldIdLst>
  <p:sldSz cx="10691813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64320" y="1094400"/>
            <a:ext cx="9962280" cy="301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534240" y="1768680"/>
            <a:ext cx="962208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5388B0A-EE80-4609-9C25-1BE643EC6E85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0C465F-8398-48E8-9ECB-0155FFD6A6B9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C51D4E-BB42-4C6A-BF23-3C6DFA691EF4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62ABCF3-FD44-47A6-AD13-096B185217F4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64320" y="1094400"/>
            <a:ext cx="9962280" cy="301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534240" y="1768680"/>
            <a:ext cx="962208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56E4F62-FA16-4C9F-B36F-5E58C611FCFA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364320" y="1094400"/>
            <a:ext cx="9962280" cy="301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34240" y="1768680"/>
            <a:ext cx="469548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5464800" y="1768680"/>
            <a:ext cx="469548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0DDAC3A-9221-401D-BF46-FFACC5E853A3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64320" y="1094400"/>
            <a:ext cx="9962280" cy="301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859903E4-9CEB-444B-8D66-85227B2C06FC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2E600D0-895C-4575-A577-CF162A3557EA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503493B-59EB-45EF-B2B5-99B5B25250D2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4FBA2FF-0B89-45B5-9B6F-DE3DD1D45F35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E4CF54B-86DE-4DA7-9AA2-BE5637B76573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64320" y="1094400"/>
            <a:ext cx="9962280" cy="301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7E038B9-F262-40EA-8A5B-8C3F77392AD6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534240" y="1768680"/>
            <a:ext cx="962208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Num" idx="2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920245-9B7C-4430-98F9-2C748CADA402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Num" idx="3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ED3F45-5F25-4BDE-BC6B-A4BBE00E5E7C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Num" idx="4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B0ABA5-F6F7-4353-BF95-BA8B948EA357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64320" y="1094400"/>
            <a:ext cx="9962280" cy="301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534600" y="1769040"/>
            <a:ext cx="962208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5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73E390-25CF-4D56-84D3-BEC0C6F17E4B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364320" y="1094400"/>
            <a:ext cx="9962280" cy="301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534600" y="1769040"/>
            <a:ext cx="46951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5465160" y="1769040"/>
            <a:ext cx="46951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6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C18166-56A1-4089-A321-F6E3284F31E7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64320" y="1094400"/>
            <a:ext cx="9962280" cy="301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7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82253E-77E5-47DC-91CD-9200AF9E67D7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8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2E1278-724F-488D-9DDE-07DBD7773CA1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sldNum" idx="9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862E70-2C50-4A3F-AF36-478A3AC849E7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36;p9"/>
          <p:cNvSpPr/>
          <p:nvPr/>
        </p:nvSpPr>
        <p:spPr>
          <a:xfrm>
            <a:off x="5346000" y="-360"/>
            <a:ext cx="5345280" cy="7559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5920" rIns="115920" tIns="115920" bIns="115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sldNum" idx="10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71B4A2-D4A5-47E5-9B5F-9AC2CE5DE5E7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sldNum" idx="11"/>
          </p:nvPr>
        </p:nvSpPr>
        <p:spPr>
          <a:xfrm>
            <a:off x="9906840" y="6854040"/>
            <a:ext cx="641160" cy="577800"/>
          </a:xfrm>
          <a:prstGeom prst="rect">
            <a:avLst/>
          </a:prstGeom>
          <a:noFill/>
          <a:ln w="0">
            <a:noFill/>
          </a:ln>
        </p:spPr>
        <p:txBody>
          <a:bodyPr lIns="115920" rIns="115920" tIns="115920" bIns="1159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27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A4119B-C32D-4A1A-829E-D1C399FBE681}" type="slidenum">
              <a:rPr b="0" lang="en-GB" sz="127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2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Google Shape;88;p14"/>
          <p:cNvGraphicFramePr/>
          <p:nvPr/>
        </p:nvGraphicFramePr>
        <p:xfrm>
          <a:off x="0" y="52560"/>
          <a:ext cx="10690200" cy="6974280"/>
        </p:xfrm>
        <a:graphic>
          <a:graphicData uri="http://schemas.openxmlformats.org/drawingml/2006/table">
            <a:tbl>
              <a:tblPr/>
              <a:tblGrid>
                <a:gridCol w="1165680"/>
                <a:gridCol w="1715400"/>
                <a:gridCol w="1020960"/>
                <a:gridCol w="1584000"/>
                <a:gridCol w="1806120"/>
                <a:gridCol w="1536120"/>
                <a:gridCol w="801360"/>
                <a:gridCol w="1060920"/>
              </a:tblGrid>
              <a:tr h="380880"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GB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Agent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GB" sz="1000" spc="-1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</a:rPr>
                        <a:t>Purpose/</a:t>
                      </a:r>
                      <a:br>
                        <a:rPr sz="1000"/>
                      </a:br>
                      <a:r>
                        <a:rPr b="1" lang="en-GB" sz="1000" spc="-1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</a:rPr>
                        <a:t>responsibility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GB" sz="1000" spc="-1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</a:rPr>
                        <a:t>Inputs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GB" sz="1000" spc="-1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</a:rPr>
                        <a:t>Success/stop</a:t>
                      </a:r>
                      <a:br>
                        <a:rPr sz="1000"/>
                      </a:br>
                      <a:r>
                        <a:rPr b="1" lang="en-GB" sz="1000" spc="-1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</a:rPr>
                        <a:t>criteria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GB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Capabilities and tools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GB" sz="1000" spc="-1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</a:rPr>
                        <a:t>External knowledge</a:t>
                      </a:r>
                      <a:br>
                        <a:rPr sz="1000"/>
                      </a:br>
                      <a:r>
                        <a:rPr b="1" lang="en-GB" sz="1000" spc="-1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</a:rPr>
                        <a:t>(e.g., RAG)?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GB" sz="1000" spc="-1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</a:rPr>
                        <a:t>Memory?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GB" sz="1000" spc="-1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</a:rPr>
                        <a:t>Guardrails?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d0e0e3"/>
                    </a:solidFill>
                  </a:tcPr>
                </a:tc>
              </a:tr>
              <a:tr h="3808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2026-04-09T10:28:13Z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